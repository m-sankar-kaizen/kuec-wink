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Standard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AF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8E-43AF-91F8-6C88093CFC6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E-43AF-91F8-6C88093CFC6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Standard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8E-43AF-91F8-6C88093CFC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85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2560320"/>
          </a:xfrm>
          <a:prstGeom prst="rect">
            <a:avLst/>
          </a:prstGeom>
          <a:solidFill>
            <a:srgbClr val="7B2D8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3657600"/>
          </a:xfrm>
          <a:prstGeom prst="rect">
            <a:avLst/>
          </a:prstGeom>
          <a:solidFill>
            <a:srgbClr val="00BCD4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0" cy="5143500"/>
          </a:xfrm>
          <a:prstGeom prst="rect">
            <a:avLst/>
          </a:prstGeom>
          <a:solidFill>
            <a:srgbClr val="7B2D8B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468880"/>
            <a:ext cx="36576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KUEC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Self-Service Portal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 Meeting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4,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2D8B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Principles  |  Dubai, UAE  |  Sales@Kaizenae.com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B2D8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6519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Principles  |  Dubai, UAE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320040" cy="32004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9144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 &amp; Vision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portal matters to KUEC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3716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Kaizen Principles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55448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credentials &amp; track record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828800"/>
            <a:ext cx="320040" cy="32004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18288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01168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41 requirements to Odoo 18 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2860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Functional Pillars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46888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the portal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743200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27432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Training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292608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execute and upskill your team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32004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Milestones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338328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roadmap at a glance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36576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384048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after today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1371600"/>
            <a:ext cx="292608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9280" y="1371600"/>
            <a:ext cx="73152" cy="256032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457200" cy="4572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9436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Months</a:t>
            </a:r>
            <a:endParaRPr lang="en-US" sz="3600" dirty="0"/>
          </a:p>
        </p:txBody>
      </p:sp>
      <p:sp>
        <p:nvSpPr>
          <p:cNvPr id="40" name="Text 37"/>
          <p:cNvSpPr/>
          <p:nvPr/>
        </p:nvSpPr>
        <p:spPr>
          <a:xfrm>
            <a:off x="594360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Go-Live</a:t>
            </a:r>
            <a:endParaRPr lang="en-US" sz="2400" dirty="0"/>
          </a:p>
        </p:txBody>
      </p:sp>
      <p:sp>
        <p:nvSpPr>
          <p:cNvPr id="41" name="Text 38"/>
          <p:cNvSpPr/>
          <p:nvPr/>
        </p:nvSpPr>
        <p:spPr>
          <a:xfrm>
            <a:off x="585216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delivery with parallel tracks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Kaizen Principles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Odoo implementation partner with a proven delivery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201168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011680" cy="731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45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Success Rate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1371600"/>
            <a:ext cx="2011680" cy="201168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11" name="Shape 8"/>
          <p:cNvSpPr/>
          <p:nvPr/>
        </p:nvSpPr>
        <p:spPr>
          <a:xfrm>
            <a:off x="2606040" y="1371600"/>
            <a:ext cx="2011680" cy="731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645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4,500+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269748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Developments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54880" y="1371600"/>
            <a:ext cx="2011680" cy="201168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16" name="Shape 12"/>
          <p:cNvSpPr/>
          <p:nvPr/>
        </p:nvSpPr>
        <p:spPr>
          <a:xfrm>
            <a:off x="4754880" y="1371600"/>
            <a:ext cx="2011680" cy="731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6459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48463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 Solutions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903720" y="1371600"/>
            <a:ext cx="2011680" cy="201168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21" name="Shape 16"/>
          <p:cNvSpPr/>
          <p:nvPr/>
        </p:nvSpPr>
        <p:spPr>
          <a:xfrm>
            <a:off x="6903720" y="1371600"/>
            <a:ext cx="2011680" cy="731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6459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3800" dirty="0"/>
          </a:p>
        </p:txBody>
      </p:sp>
      <p:sp>
        <p:nvSpPr>
          <p:cNvPr id="24" name="Text 18"/>
          <p:cNvSpPr/>
          <p:nvPr/>
        </p:nvSpPr>
        <p:spPr>
          <a:xfrm>
            <a:off x="699516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Partner Status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4069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PMP-Certified PMs  •  Six Sigma Black Belts  •  ISO 9001 &amp; 27001  •  Fully Certified Odoo Team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4343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HQ  |  UAE  •  Saudi Arabia  •  Egypt  •  India  •  Pakistan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B2D8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6519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Principles  |  Dubai, UAE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Self-Service Catalog Portal for KUEC — a single, integrated platform enabling startups, vendors, and internal teams to register, browse services, submit requests, and track fulfilment end-to-end.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920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18 Enterprise Edition foundation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2402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Customer, Vendor, CoE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560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portal: Arabic &amp; English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036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2880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Register → Browse → Deliver → Bill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760720" y="1005840"/>
            <a:ext cx="2743200" cy="25603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8" name="Text 12"/>
          <p:cNvSpPr/>
          <p:nvPr/>
        </p:nvSpPr>
        <p:spPr>
          <a:xfrm>
            <a:off x="57607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Metrics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594360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600" dirty="0"/>
          </a:p>
        </p:txBody>
      </p:sp>
      <p:sp>
        <p:nvSpPr>
          <p:cNvPr id="20" name="Text 14"/>
          <p:cNvSpPr/>
          <p:nvPr/>
        </p:nvSpPr>
        <p:spPr>
          <a:xfrm>
            <a:off x="594360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Requirements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31520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22" name="Text 16"/>
          <p:cNvSpPr/>
          <p:nvPr/>
        </p:nvSpPr>
        <p:spPr>
          <a:xfrm>
            <a:off x="731520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Pillars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9436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600" dirty="0"/>
          </a:p>
        </p:txBody>
      </p:sp>
      <p:sp>
        <p:nvSpPr>
          <p:cNvPr id="24" name="Text 18"/>
          <p:cNvSpPr/>
          <p:nvPr/>
        </p:nvSpPr>
        <p:spPr>
          <a:xfrm>
            <a:off x="59436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Steps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3152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0"/>
          <p:cNvSpPr/>
          <p:nvPr/>
        </p:nvSpPr>
        <p:spPr>
          <a:xfrm>
            <a:off x="73152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Waves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B2D8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6519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Principles  |  Dubai, UAE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at a Glance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KUEC requirement mapped against Odoo 18 Enterprise Edition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280160"/>
          <a:ext cx="3200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4114800" y="1371600"/>
            <a:ext cx="4389120" cy="640080"/>
          </a:xfrm>
          <a:prstGeom prst="rect">
            <a:avLst/>
          </a:prstGeom>
          <a:solidFill>
            <a:srgbClr val="F7F4FA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0" y="1371600"/>
            <a:ext cx="73152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9768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only — ready to deploy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1508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4114800" y="2103120"/>
            <a:ext cx="4389120" cy="640080"/>
          </a:xfrm>
          <a:prstGeom prst="rect">
            <a:avLst/>
          </a:prstGeom>
          <a:solidFill>
            <a:srgbClr val="F7F4FA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0" y="2103120"/>
            <a:ext cx="73152" cy="6400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7" name="Text 14"/>
          <p:cNvSpPr/>
          <p:nvPr/>
        </p:nvSpPr>
        <p:spPr>
          <a:xfrm>
            <a:off x="4297680" y="2148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29768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OWL / Studio customization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0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4114800" y="2834640"/>
            <a:ext cx="4389120" cy="640080"/>
          </a:xfrm>
          <a:prstGeom prst="rect">
            <a:avLst/>
          </a:prstGeom>
          <a:solidFill>
            <a:srgbClr val="F7F4FA"/>
          </a:solidFill>
          <a:ln/>
        </p:spPr>
      </p:sp>
      <p:sp>
        <p:nvSpPr>
          <p:cNvPr id="21" name="Shape 18"/>
          <p:cNvSpPr/>
          <p:nvPr/>
        </p:nvSpPr>
        <p:spPr>
          <a:xfrm>
            <a:off x="4114800" y="2834640"/>
            <a:ext cx="73152" cy="6400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19"/>
          <p:cNvSpPr/>
          <p:nvPr/>
        </p:nvSpPr>
        <p:spPr>
          <a:xfrm>
            <a:off x="429768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297680" y="3127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third-party connections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772400" y="2971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4114800" y="3566160"/>
            <a:ext cx="4389120" cy="640080"/>
          </a:xfrm>
          <a:prstGeom prst="rect">
            <a:avLst/>
          </a:prstGeom>
          <a:solidFill>
            <a:srgbClr val="F7F4FA"/>
          </a:solidFill>
          <a:ln/>
        </p:spPr>
      </p:sp>
      <p:sp>
        <p:nvSpPr>
          <p:cNvPr id="26" name="Shape 23"/>
          <p:cNvSpPr/>
          <p:nvPr/>
        </p:nvSpPr>
        <p:spPr>
          <a:xfrm>
            <a:off x="4114800" y="3566160"/>
            <a:ext cx="73152" cy="6400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7" name="Text 24"/>
          <p:cNvSpPr/>
          <p:nvPr/>
        </p:nvSpPr>
        <p:spPr>
          <a:xfrm>
            <a:off x="429768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29768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base + customization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772400" y="3703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Functional Pillars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Odoo 18 modules powering the CoE portal lifecycle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13716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201168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463040"/>
            <a:ext cx="457200" cy="457200"/>
          </a:xfrm>
          <a:prstGeom prst="ellipse">
            <a:avLst/>
          </a:prstGeom>
          <a:solidFill>
            <a:srgbClr val="7B2D8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5544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Screening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→ Portal → CRM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68880" y="1280160"/>
            <a:ext cx="2011680" cy="13716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12" name="Shape 9"/>
          <p:cNvSpPr/>
          <p:nvPr/>
        </p:nvSpPr>
        <p:spPr>
          <a:xfrm>
            <a:off x="2468880" y="1280160"/>
            <a:ext cx="201168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Shape 10"/>
          <p:cNvSpPr/>
          <p:nvPr/>
        </p:nvSpPr>
        <p:spPr>
          <a:xfrm>
            <a:off x="3246120" y="1463040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5544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Catalogue &amp; Ordering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6032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→ Sales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0" y="1280160"/>
            <a:ext cx="2011680" cy="13716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18" name="Shape 14"/>
          <p:cNvSpPr/>
          <p:nvPr/>
        </p:nvSpPr>
        <p:spPr>
          <a:xfrm>
            <a:off x="4572000" y="1280160"/>
            <a:ext cx="2011680" cy="73152"/>
          </a:xfrm>
          <a:prstGeom prst="rect">
            <a:avLst/>
          </a:prstGeom>
          <a:solidFill>
            <a:srgbClr val="6A2580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9240" y="1463040"/>
            <a:ext cx="457200" cy="457200"/>
          </a:xfrm>
          <a:prstGeom prst="ellipse">
            <a:avLst/>
          </a:prstGeom>
          <a:solidFill>
            <a:srgbClr val="6A258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55448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6344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Fulfilment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66344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/ Helpdesk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675120" y="1280160"/>
            <a:ext cx="2011680" cy="13716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24" name="Shape 19"/>
          <p:cNvSpPr/>
          <p:nvPr/>
        </p:nvSpPr>
        <p:spPr>
          <a:xfrm>
            <a:off x="6675120" y="1280160"/>
            <a:ext cx="201168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5" name="Shape 20"/>
          <p:cNvSpPr/>
          <p:nvPr/>
        </p:nvSpPr>
        <p:spPr>
          <a:xfrm>
            <a:off x="7452360" y="146304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55448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65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Collaboration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76656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→ Invoicing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417320" y="2926080"/>
            <a:ext cx="2011680" cy="13716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30" name="Shape 24"/>
          <p:cNvSpPr/>
          <p:nvPr/>
        </p:nvSpPr>
        <p:spPr>
          <a:xfrm>
            <a:off x="1417320" y="2926080"/>
            <a:ext cx="2011680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1" name="Shape 25"/>
          <p:cNvSpPr/>
          <p:nvPr/>
        </p:nvSpPr>
        <p:spPr>
          <a:xfrm>
            <a:off x="2194560" y="310896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320040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Reporting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508760" y="4023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→ Power BI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520440" y="2926080"/>
            <a:ext cx="2011680" cy="13716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36" name="Shape 29"/>
          <p:cNvSpPr/>
          <p:nvPr/>
        </p:nvSpPr>
        <p:spPr>
          <a:xfrm>
            <a:off x="3520440" y="2926080"/>
            <a:ext cx="201168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7" name="Shape 30"/>
          <p:cNvSpPr/>
          <p:nvPr/>
        </p:nvSpPr>
        <p:spPr>
          <a:xfrm>
            <a:off x="4297680" y="3108960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320040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61188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3611880" y="4023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→ Helpdesk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5623560" y="2926080"/>
            <a:ext cx="2011680" cy="13716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42" name="Shape 34"/>
          <p:cNvSpPr/>
          <p:nvPr/>
        </p:nvSpPr>
        <p:spPr>
          <a:xfrm>
            <a:off x="5623560" y="2926080"/>
            <a:ext cx="201168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3" name="Shape 35"/>
          <p:cNvSpPr/>
          <p:nvPr/>
        </p:nvSpPr>
        <p:spPr>
          <a:xfrm>
            <a:off x="6400800" y="3108960"/>
            <a:ext cx="457200" cy="457200"/>
          </a:xfrm>
          <a:prstGeom prst="ellipse">
            <a:avLst/>
          </a:prstGeom>
          <a:solidFill>
            <a:srgbClr val="7B2D8B"/>
          </a:solidFill>
          <a:ln/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200400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71500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5715000" y="4023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+ Approvals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B2D8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6519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Principles  |  Dubai, UAE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&amp; Screening Flow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463040" cy="7315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9" name="Shape 7"/>
          <p:cNvSpPr/>
          <p:nvPr/>
        </p:nvSpPr>
        <p:spPr>
          <a:xfrm>
            <a:off x="1028700" y="10058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Registration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5544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 docs upload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148840" y="1188720"/>
            <a:ext cx="1463040" cy="731520"/>
          </a:xfrm>
          <a:prstGeom prst="rect">
            <a:avLst/>
          </a:prstGeom>
          <a:solidFill>
            <a:srgbClr val="6A2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20340" y="10058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203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25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1325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Partner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15544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record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840480" y="1188720"/>
            <a:ext cx="146304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Shape 19"/>
          <p:cNvSpPr/>
          <p:nvPr/>
        </p:nvSpPr>
        <p:spPr>
          <a:xfrm>
            <a:off x="4411980" y="10058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41198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1325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Screening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15544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routing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532120" y="1188720"/>
            <a:ext cx="146304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03620" y="10058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10362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23560" y="1325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15544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review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1371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7223760" y="1188720"/>
            <a:ext cx="1463040" cy="7315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3" name="Shape 31"/>
          <p:cNvSpPr/>
          <p:nvPr/>
        </p:nvSpPr>
        <p:spPr>
          <a:xfrm>
            <a:off x="7795260" y="10058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79526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1325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Activation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15544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2331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Built-in Features</a:t>
            </a:r>
            <a:endParaRPr lang="en-US" sz="14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51760"/>
            <a:ext cx="164592" cy="164592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68680" y="2651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+ GDPR consent</a:t>
            </a:r>
            <a:endParaRPr lang="en-US" sz="100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51760"/>
            <a:ext cx="164592" cy="164592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4983480" y="2651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on stage change</a:t>
            </a:r>
            <a:endParaRPr lang="en-US" sz="100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164592" cy="16459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868680" y="2971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License-number &amp; emirate approval</a:t>
            </a:r>
            <a:endParaRPr lang="en-US" sz="10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971800"/>
            <a:ext cx="164592" cy="164592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4983480" y="2971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approvals.</a:t>
            </a:r>
            <a:endParaRPr lang="en-US" sz="10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164592" cy="16459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868680" y="3291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2-factor Authenticator </a:t>
            </a:r>
            <a:endParaRPr lang="en-US" sz="10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291840"/>
            <a:ext cx="164592" cy="16459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4983480" y="3291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B2D8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6519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Principles  |  Dubai, UAE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Catalogue &amp; Fulfilment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137160" cy="1371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vs Non-Gov Services</a:t>
            </a: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Filtered by type, delivery mode, eligibility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137160" cy="1371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Matrix</a:t>
            </a: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Dynamic publish rules — no code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137160" cy="1371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/ Retainer</a:t>
            </a: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Monthly/annual auto-invoicing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137160" cy="1371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Quotes</a:t>
            </a: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RFP → Scoping → Quote → Sign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137160" cy="1371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22-Step Onboarding</a:t>
            </a: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Pre-configured project template at approval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3840480" cy="3200400"/>
          </a:xfrm>
          <a:prstGeom prst="rect">
            <a:avLst/>
          </a:prstGeom>
          <a:solidFill>
            <a:srgbClr val="F7F4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005840"/>
            <a:ext cx="384048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051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Fulfilment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463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Delivery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confirmation → Project with milestones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/ Ticketed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auto-tickets with SLA timers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threads per task with file sharing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Auto-triggered on ticket closure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Management &amp; Finance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73352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registration dashboard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5915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Star-rating &amp; performance cards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8346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44952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matching &amp; status tracker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35204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30752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Milestone-based payment requests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337560" y="1097280"/>
            <a:ext cx="274320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Text 13"/>
          <p:cNvSpPr/>
          <p:nvPr/>
        </p:nvSpPr>
        <p:spPr>
          <a:xfrm>
            <a:off x="3429000" y="1143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337560" y="14630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673352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0332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requisition workflow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337560" y="21488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359152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70332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comparison matrix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3337560" y="28346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044952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70332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 generation from SO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3337560" y="35204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730752"/>
            <a:ext cx="164592" cy="16459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70332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&amp; quality-check logging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6217920" y="1097280"/>
            <a:ext cx="274320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3" name="Text 23"/>
          <p:cNvSpPr/>
          <p:nvPr/>
        </p:nvSpPr>
        <p:spPr>
          <a:xfrm>
            <a:off x="6309360" y="1143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Reporting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217920" y="14630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73352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58368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invoice dashboarding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6217920" y="21488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59152"/>
            <a:ext cx="164592" cy="16459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58368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Cost-center P&amp;L breakdown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6217920" y="28346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044952"/>
            <a:ext cx="164592" cy="164592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58368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connector ready</a:t>
            </a:r>
            <a:endParaRPr lang="en-US" sz="1000" dirty="0"/>
          </a:p>
        </p:txBody>
      </p:sp>
      <p:sp>
        <p:nvSpPr>
          <p:cNvPr id="43" name="Shape 30"/>
          <p:cNvSpPr/>
          <p:nvPr/>
        </p:nvSpPr>
        <p:spPr>
          <a:xfrm>
            <a:off x="6217920" y="3520440"/>
            <a:ext cx="2743200" cy="594360"/>
          </a:xfrm>
          <a:prstGeom prst="rect">
            <a:avLst/>
          </a:prstGeom>
          <a:solidFill>
            <a:srgbClr val="2A1845"/>
          </a:solidFill>
          <a:ln/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730752"/>
            <a:ext cx="164592" cy="164592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5836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reconciliation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Migration Plan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Three-wave approach to bring all legacy data into Odoo cleanly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548640" cy="27432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560320" cy="22860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256032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 lists (Start-ups, Subsidiaries, Vendors)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+ Eligibility Tags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• ISO format • Regex validation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34747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KUEC + Kaizen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632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703320" y="1188720"/>
            <a:ext cx="548640" cy="2743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1188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1554480"/>
            <a:ext cx="2560320" cy="22860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22" name="Shape 20"/>
          <p:cNvSpPr/>
          <p:nvPr/>
        </p:nvSpPr>
        <p:spPr>
          <a:xfrm>
            <a:off x="3337560" y="1554480"/>
            <a:ext cx="256032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Requests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21031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SR tickets (SharePoint / Mailbox)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0" y="25603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helpdesk.ticket + attachments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74720" y="30175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categories • Auto SLA outcomes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74720" y="34747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6583680" y="1188720"/>
            <a:ext cx="548640" cy="274320"/>
          </a:xfrm>
          <a:prstGeom prst="ellipse">
            <a:avLst/>
          </a:prstGeom>
          <a:solidFill>
            <a:srgbClr val="5E35B1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1188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1554480"/>
            <a:ext cx="2560320" cy="22860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1554480"/>
            <a:ext cx="2560320" cy="73152"/>
          </a:xfrm>
          <a:prstGeom prst="rect">
            <a:avLst/>
          </a:prstGeom>
          <a:solidFill>
            <a:srgbClr val="5E35B1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Data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55080" y="21031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invoices &amp; vendor bills (ERP)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5080" y="25603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account.move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55080" y="30175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controls • Cost center P&amp;L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55080" y="347472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KUEC Finance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B2D8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6519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Principles  |  Dubai, UAE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Approach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→ Show → Do → Coach — maximizes knowledge retention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92024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280160"/>
            <a:ext cx="1920240" cy="2286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25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• EXPLAIN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 briefings aligned to KUEC use cases. PDF guides in AR &amp; EN.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606040" y="1280160"/>
            <a:ext cx="192024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1280160"/>
            <a:ext cx="1920240" cy="228600"/>
          </a:xfrm>
          <a:prstGeom prst="rect">
            <a:avLst/>
          </a:prstGeom>
          <a:solidFill>
            <a:srgbClr val="6A2580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1325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• SHOW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1600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walkthroughs in Odoo with demo data. Recorded for library.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192024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280160"/>
            <a:ext cx="1920240" cy="228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325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• 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600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exercises in UAT. Tracked via checklists.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903720" y="1280160"/>
            <a:ext cx="192024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903720" y="1280160"/>
            <a:ext cx="1920240" cy="2286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325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• COACH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1600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shadowing during pilot + go-live.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6974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Schedule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017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3017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017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3017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337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Coordinators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26080" y="3337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Recorded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337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AR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0" y="3337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1.5 hrs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26080" y="3657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Sandbox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657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AR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83680" y="3657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977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Depts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26080" y="3977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Follow-up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3977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AR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0" y="3977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2 hrs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297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/ Customers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926080" y="4297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Videos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4297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preferred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83680" y="4297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 clips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delivery with 4 parallel tracks + hypercare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371600"/>
            <a:ext cx="66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93592" y="1371600"/>
            <a:ext cx="66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61104" y="1371600"/>
            <a:ext cx="66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28616" y="1371600"/>
            <a:ext cx="66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96128" y="1371600"/>
            <a:ext cx="66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63640" y="1371600"/>
            <a:ext cx="66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31152" y="1371600"/>
            <a:ext cx="66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7 -8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98664" y="1371600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9-12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636776"/>
            <a:ext cx="8229600" cy="18288"/>
          </a:xfrm>
          <a:prstGeom prst="rect">
            <a:avLst/>
          </a:prstGeom>
          <a:solidFill>
            <a:srgbClr val="7777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Workshop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874520"/>
            <a:ext cx="621792" cy="2286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Registration &amp; Interfaces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240280"/>
            <a:ext cx="1289304" cy="228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2: Catalogue &amp; Logic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93592" y="2606040"/>
            <a:ext cx="1956816" cy="228600"/>
          </a:xfrm>
          <a:prstGeom prst="rect">
            <a:avLst/>
          </a:prstGeom>
          <a:solidFill>
            <a:srgbClr val="6A258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3: Fulfilment &amp; Support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61104" y="2971800"/>
            <a:ext cx="1956816" cy="228600"/>
          </a:xfrm>
          <a:prstGeom prst="rect">
            <a:avLst/>
          </a:prstGeom>
          <a:solidFill>
            <a:srgbClr val="5E35B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4: Finance &amp; Reporting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61104" y="3337560"/>
            <a:ext cx="2624328" cy="2286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/ Demo Sign-Off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703320"/>
            <a:ext cx="621792" cy="2286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Go-Live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31152" y="4069080"/>
            <a:ext cx="621792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&amp; Knowledge Transfer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98664" y="4434840"/>
            <a:ext cx="1225296" cy="228600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B2D8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6519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Principles  |  Dubai, UAE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&amp; Support Model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37160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97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097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Bug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2651760" cy="1645920"/>
          </a:xfrm>
          <a:prstGeom prst="rect">
            <a:avLst/>
          </a:prstGeom>
          <a:solidFill>
            <a:srgbClr val="F7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08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514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to L2 if &gt; 2h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097280"/>
            <a:ext cx="1371600" cy="2743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097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77640" y="1097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bug / config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371600"/>
            <a:ext cx="2651760" cy="1645920"/>
          </a:xfrm>
          <a:prstGeom prst="rect">
            <a:avLst/>
          </a:prstGeom>
          <a:solidFill>
            <a:srgbClr val="F7F4FA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1508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2011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business day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2514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L3 after 8h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1371600" cy="2743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097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12280" y="1097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1371600"/>
            <a:ext cx="2651760" cy="1645920"/>
          </a:xfrm>
          <a:prstGeom prst="rect">
            <a:avLst/>
          </a:prstGeom>
          <a:solidFill>
            <a:srgbClr val="F7F4FA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508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2011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2514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notified immediately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3375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Principles</a:t>
            </a:r>
            <a:endParaRPr lang="en-US" sz="13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164592" cy="164592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6868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teams per track for maximum velocity</a:t>
            </a:r>
            <a:endParaRPr lang="en-US" sz="100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657600"/>
            <a:ext cx="164592" cy="164592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498348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project board visible to KUEC &amp; Kaizen</a:t>
            </a:r>
            <a:endParaRPr lang="en-US" sz="100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164592" cy="16459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86868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RAID log reviews with leadership</a:t>
            </a:r>
            <a:endParaRPr lang="en-US" sz="10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977640"/>
            <a:ext cx="164592" cy="164592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498348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releases staged on UAT before go-live</a:t>
            </a:r>
            <a:endParaRPr lang="en-US" sz="10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164592" cy="16459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86868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English UI validated each module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Assumptions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82880" cy="18288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581912"/>
            <a:ext cx="128016" cy="1280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kickoff date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assign project lead on both sides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182880" cy="18288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84832"/>
            <a:ext cx="128016" cy="1280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KUEC provides legacy data in agreed format (Sprint 1)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2560320"/>
            <a:ext cx="182880" cy="18288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587752"/>
            <a:ext cx="128016" cy="1280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onboarding begins in Week 1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3063240"/>
            <a:ext cx="182880" cy="18288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90672"/>
            <a:ext cx="128016" cy="1280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calls attendees confirmed (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Finance)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40080" y="3566160"/>
            <a:ext cx="182880" cy="18288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128016" cy="1280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translation resources identified and allocated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2A1845"/>
          </a:solidFill>
          <a:ln/>
        </p:spPr>
      </p:sp>
      <p:sp>
        <p:nvSpPr>
          <p:cNvPr id="23" name="Shape 16"/>
          <p:cNvSpPr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4" name="Text 17"/>
          <p:cNvSpPr/>
          <p:nvPr/>
        </p:nvSpPr>
        <p:spPr>
          <a:xfrm>
            <a:off x="4846320" y="1143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Impact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937760" y="15544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A1: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39496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data delivered before Sprint 1 in agreed format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394960" y="1874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Timeline slips by 1 week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937760" y="2423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A2: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39496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onboarding starts Week 1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394960" y="2743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Go-live payments delayed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4937760" y="32918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394960" y="3291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UI translations provided by KUEC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394960" y="3611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Minor UI delivery delay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7B2D8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2A1845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1828800" cy="1943100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356215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Something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0" y="192639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Extraordinary Together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2" y="420008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Principles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1102</Words>
  <Application>Microsoft Office PowerPoint</Application>
  <PresentationFormat>On-screen Show (16:9)</PresentationFormat>
  <Paragraphs>313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KUEC CoE Self-Service Portal - Kickoff</dc:title>
  <dc:subject>PptxGenJS Presentation</dc:subject>
  <dc:creator>Kaizen Principles</dc:creator>
  <cp:lastModifiedBy>Salih Mohammed</cp:lastModifiedBy>
  <cp:revision>3</cp:revision>
  <dcterms:created xsi:type="dcterms:W3CDTF">2026-02-03T08:38:13Z</dcterms:created>
  <dcterms:modified xsi:type="dcterms:W3CDTF">2026-02-03T18:45:20Z</dcterms:modified>
</cp:coreProperties>
</file>